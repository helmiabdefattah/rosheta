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4"/>
    <p:sldId id="258" r:id="rId43"/>
    <p:sldId id="259" r:id="rId44"/>
    <p:sldId id="260" r:id="rId45"/>
    <p:sldId id="261" r:id="rId46"/>
    <p:sldId id="262" r:id="rId47"/>
    <p:sldId id="263" r:id="rId48"/>
    <p:sldId id="264" r:id="rId49"/>
    <p:sldId id="265" r:id="rId50"/>
  </p:sldIdLst>
  <p:notesMasterIdLst>
    <p:notesMasterId r:id="rId5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rtl="1" algn="l">
              <a:defRPr sz="1200"/>
            </a:lvl1pPr>
          </a:lstStyle>
          <a:p>
            <a:pPr rtl="1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rtl="1" algn="r">
              <a:defRPr sz="1200"/>
            </a:lvl1pPr>
          </a:lstStyle>
          <a:p>
            <a:pPr rtl="1"/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pPr rtl="1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rtl="1" lvl="0"/>
            <a:r>
              <a:rPr lang="en-US"/>
              <a:t>Click to edit Master text styles</a:t>
            </a:r>
          </a:p>
          <a:p>
            <a:pPr rtl="1" lvl="1"/>
            <a:r>
              <a:rPr lang="en-US"/>
              <a:t>Second level</a:t>
            </a:r>
          </a:p>
          <a:p>
            <a:pPr rtl="1" lvl="2"/>
            <a:r>
              <a:rPr lang="en-US"/>
              <a:t>Third level</a:t>
            </a:r>
          </a:p>
          <a:p>
            <a:pPr rtl="1" lvl="3"/>
            <a:r>
              <a:rPr lang="en-US"/>
              <a:t>Fourth level</a:t>
            </a:r>
          </a:p>
          <a:p>
            <a:pPr rtl="1"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rtl="1" algn="l">
              <a:defRPr sz="1200"/>
            </a:lvl1pPr>
          </a:lstStyle>
          <a:p>
            <a:pPr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rtl="1" algn="r">
              <a:defRPr sz="1200"/>
            </a:lvl1pPr>
          </a:lstStyle>
          <a:p>
            <a:pPr rtl="1"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1"/>
          <a:lstStyle/>
          <a:p>
            <a:pPr rtl="1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1"/>
          <a:lstStyle/>
          <a:p>
            <a:pPr rtl="1"/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 rtl="1">
        <a:defRPr lang="en-US"/>
      </a:defPPr>
      <a:lvl1pPr marL="0" algn="l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Shape 2"/>
          <p:cNvSpPr/>
          <p:nvPr/>
        </p:nvSpPr>
        <p:spPr>
          <a:xfrm>
            <a:off x="4769968" y="566928"/>
            <a:ext cx="2651760" cy="265176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C:/laragon/sites/rosheta/public/images/ful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889" y="786384"/>
            <a:ext cx="2041918" cy="22128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429000"/>
            <a:ext cx="10698480" cy="91440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المنصة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548640" y="4434840"/>
            <a:ext cx="11064240" cy="6400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C7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شرح شامل لجميع مزايا حساب مساعد الطبيب بالصور وخطوات الاستخدام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" y="5440680"/>
            <a:ext cx="10698480" cy="54864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5B7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مساعد الطبيب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566928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تسجيل الدخول وتبديل اللغة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88920" y="621792"/>
            <a:ext cx="8092440" cy="3657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9FB0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صفحة دخول واحدة لجميع المستخدمين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C:/laragon/sites/rosheta/public/images/m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B9C2D0">
                <a:alpha val="50000"/>
              </a:srgbClr>
            </a:outerShdw>
          </a:effectLst>
        </p:spPr>
      </p:sp>
      <p:pic>
        <p:nvPicPr>
          <p:cNvPr id="9" name="Image 1" descr="C:\Users\vip\AppData\Local\Temp\claude\c--laragon-sites-rosheta\4f14eb57-1b9e-46a7-b7c1-3dd69573ec8b\scratchpad\shots\x01_log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817751"/>
            <a:ext cx="6062472" cy="42100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1" name="Text 7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رابط دخول واحد لجميع المستخدمين، ويحدّد النظام نوع الحساب تلقائياً.</a:t>
            </a:r>
            <a:endParaRPr lang="en-US" sz="1300" dirty="0"/>
          </a:p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زر تبديل اللغة (عربي/English) متاح في جميع الصفحات، والواجهة تدعم العربية بالكامل من اليمين إلى اليسار.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4" name="Text 10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افتح صفحة الدخول.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أدخل البريد الإلكتروني وكلمة المرور.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اضغط «دخول» للانتقال إلى لوحة التحكم الخاصة بدورك.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إن كنت عميلاً جديداً فاضغط «تسجيل حساب جديد».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 (روشتة)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C:/laragon/sites/rosheta/public/images/m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2788920"/>
            <a:ext cx="12191695" cy="45720"/>
          </a:xfrm>
          <a:prstGeom prst="rect">
            <a:avLst/>
          </a:prstGeom>
          <a:solidFill>
            <a:srgbClr val="E0663B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مساعد الطبيب (الاستقبال)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731520" y="3017520"/>
            <a:ext cx="1069848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2000" dirty="0">
                <a:solidFill>
                  <a:srgbClr val="D7D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إدارة الطابور والمواعيد والمدفوعات وشاشات العرض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لوحة مساعد الطبيب (الاستقبال)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E0663B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مساعد الطبيب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a01_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450" y="1408176"/>
            <a:ext cx="4100820" cy="50292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«الآن يُخدَم» ورقم الطابور وإحصائيات اليوم.</a:t>
            </a:r>
            <a:endParaRPr lang="en-US" sz="1300" dirty="0"/>
          </a:p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بطاقتا المريض الحالي والمريض التالي وجدول مواعيد اليوم.</a:t>
            </a:r>
            <a:endParaRPr lang="en-US" sz="1300" dirty="0"/>
          </a:p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الحجوزات المعلّقة الواردة من المنصة وحالة الطابعة والإشعارات.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راجع رقم «الآن يُخدَم» وإحصائيات اليوم.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لتسجيل مريض اضغط «موعد جديد» ثم أدخل بياناته ونوع الزيارة ووقتها.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من قائمة «إجراءات» في كل صف: بدء الكشف، أو التحصيل، أو طباعة التذكرة، أو الإلغاء.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في «الحجوزات المعلّقة» اضغط «تأكيد» لقبول الحجز الوارد من المنصة أو «رفض» لرفضه.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تابع حالة الطابعة وجرس الإشعارات.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/practice/assistant/dashboard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 (روشتة)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شاشة الطابور المباشر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E0663B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مساعد الطبيب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a02_sc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817751"/>
            <a:ext cx="6062472" cy="42100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عرض مباشر للطابور مع أسماء المرضى.</a:t>
            </a:r>
            <a:endParaRPr lang="en-US" sz="1300" dirty="0"/>
          </a:p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تسجيل حضور المرضى ومناداة التالي.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افتح «شاشة الطابور».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سجّل حضور المريض عند وصوله.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اضغط «التالي» لمناداة المريض التالي.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/practice/screen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 (روشتة)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ملف المريض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E0663B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مساعد الطبيب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a03_patient_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621282"/>
            <a:ext cx="6062472" cy="460298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السجلّ الكامل للمريض: الزيارات السابقة والأرصدة المستحقّة.</a:t>
            </a:r>
            <a:endParaRPr lang="en-US" sz="1300" dirty="0"/>
          </a:p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تحصيل المبالغ المستحقّة وتعديل بيانات المريض.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افتح ملف المريض من الطابور أو عبر البحث.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راجع الزيارات السابقة والرصيد المتبقّي.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حصّل المبلغ المستحقّ، أو عدّل البيانات ثم احفظها.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/practice/patients/{id}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 (روشتة)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تذكرة / إيصال الموعد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E0663B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مساعد الطبيب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a04_ti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817751"/>
            <a:ext cx="6062472" cy="42100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تذكرة الطابور، ويمكن طباعتها أو إرسالها إلى طابعة بلوتوث.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من قائمة «إجراءات» الخاصة بالموعد اختر «طباعة تذكرة».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تُطبع التذكرة مباشرةً أو تُرسل إلى طابعة البلوتوث عبر تطبيق الجوال.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/practice/appointments/{id}/ticket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 (روشتة)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شاشة الكشك (تسجيل ذاتي للمريض)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E0663B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مساعد الطبيب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a05_kio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800911"/>
            <a:ext cx="6062472" cy="424373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شاشة عامة يشغّلها الاستقبال ليتمكّن المريض من تسجيل نفسه.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شغّل شاشة الكشك من قائمة «العرض».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يختار المريض لغة الشاشة.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ثم يُدخل رقم هاتفه لتسجيل حضوره أو الحجز، فتُطبع تذكرته.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/practice/kiosk/{clinic}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 (روشتة)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Text 2"/>
          <p:cNvSpPr/>
          <p:nvPr/>
        </p:nvSpPr>
        <p:spPr>
          <a:xfrm>
            <a:off x="2788920" y="109728"/>
            <a:ext cx="8092440" cy="82296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شاشة غرفة الانتظار (المناداة)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1027664" y="155448"/>
            <a:ext cx="7772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C:/laragon/sites/rosheta/public/images/m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5764" y="219456"/>
            <a:ext cx="541040" cy="6217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310896"/>
            <a:ext cx="2286000" cy="411480"/>
          </a:xfrm>
          <a:prstGeom prst="roundRect">
            <a:avLst>
              <a:gd name="adj" fmla="val 20000"/>
            </a:avLst>
          </a:prstGeom>
          <a:solidFill>
            <a:srgbClr val="E0663B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310896"/>
            <a:ext cx="2286000" cy="4114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مساعد الطبيب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74320" y="1261872"/>
            <a:ext cx="6355080" cy="5321808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5400000">
              <a:srgbClr val="B9C2D0">
                <a:alpha val="50000"/>
              </a:srgbClr>
            </a:outerShdw>
          </a:effectLst>
        </p:spPr>
      </p:sp>
      <p:pic>
        <p:nvPicPr>
          <p:cNvPr id="10" name="Image 1" descr="C:\Users\vip\AppData\Local\Temp\claude\c--laragon-sites-rosheta\4f14eb57-1b9e-46a7-b7c1-3dd69573ec8b\scratchpad\shots\a06_disp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817751"/>
            <a:ext cx="6062472" cy="42100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887200" y="141732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2" name="Text 8"/>
          <p:cNvSpPr/>
          <p:nvPr/>
        </p:nvSpPr>
        <p:spPr>
          <a:xfrm>
            <a:off x="6812280" y="135331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الوظيفة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812280" y="1783080"/>
            <a:ext cx="5120640" cy="137160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03200" indent="-203200">
              <a:lnSpc>
                <a:spcPct val="103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شاشة «الآن يُخدَم» لغرفة الانتظار.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11887200" y="3200400"/>
            <a:ext cx="45720" cy="310896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15" name="Text 11"/>
          <p:cNvSpPr/>
          <p:nvPr/>
        </p:nvSpPr>
        <p:spPr>
          <a:xfrm>
            <a:off x="6812280" y="3136392"/>
            <a:ext cx="4992624" cy="329184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0B7C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خطوات الاستخدام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812280" y="3584448"/>
            <a:ext cx="5120640" cy="2377440"/>
          </a:xfrm>
          <a:prstGeom prst="rect">
            <a:avLst/>
          </a:prstGeom>
          <a:noFill/>
          <a:ln/>
        </p:spPr>
        <p:txBody>
          <a:bodyPr wrap="square" rtlCol="1" anchor="t"/>
          <a:lstStyle/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شغّل شاشة العرض من قائمة «العرض».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تعرض الشاشة الرقم الجاري خدمته تلقائياً.</a:t>
            </a:r>
            <a:endParaRPr lang="en-US" sz="1300" dirty="0"/>
          </a:p>
          <a:p>
            <a:pPr rtl="1" algn="r" marL="254000" indent="-254000">
              <a:lnSpc>
                <a:spcPct val="103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وتنادي الرقم التالي بمجرد الضغط على «التالي».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6108192"/>
            <a:ext cx="5120640" cy="27432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5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/practice/display/{clinic}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274320" y="6455664"/>
            <a:ext cx="91440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3657600" y="6455664"/>
            <a:ext cx="4846320" cy="310896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900" dirty="0">
                <a:solidFill>
                  <a:srgbClr val="5B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دليل استخدام منصة مستشفى-أون (روشتة)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E9F8E"/>
          </a:solidFill>
          <a:ln/>
        </p:spPr>
      </p:sp>
      <p:sp>
        <p:nvSpPr>
          <p:cNvPr id="4" name="Shape 2"/>
          <p:cNvSpPr/>
          <p:nvPr/>
        </p:nvSpPr>
        <p:spPr>
          <a:xfrm>
            <a:off x="5090008" y="123444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C:/laragon/sites/rosheta/public/images/ful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6457" y="1417320"/>
            <a:ext cx="1518782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شكراً لكم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731520" y="4663440"/>
            <a:ext cx="10698480" cy="640080"/>
          </a:xfrm>
          <a:prstGeom prst="rect">
            <a:avLst/>
          </a:prstGeom>
          <a:noFill/>
          <a:ln/>
        </p:spPr>
        <p:txBody>
          <a:bodyPr wrap="square" rtlCol="1" anchor="ctr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C7D2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منصة مستشفى-أون (روشتة) — دليل الاستخدام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Mostashfa-on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دليل استخدام منصة مستشفى-أون — مساعد الطبيب (الاستقبال)</dc:title>
  <dc:subject>PptxGenJS Presentation</dc:subject>
  <dc:creator>Rosheta / Mostashfa-on</dc:creator>
  <cp:lastModifiedBy>Rosheta / Mostashfa-on</cp:lastModifiedBy>
  <cp:revision>1</cp:revision>
  <dcterms:created xsi:type="dcterms:W3CDTF">2026-07-24T23:45:44Z</dcterms:created>
  <dcterms:modified xsi:type="dcterms:W3CDTF">2026-07-24T23:45:44Z</dcterms:modified>
</cp:coreProperties>
</file>