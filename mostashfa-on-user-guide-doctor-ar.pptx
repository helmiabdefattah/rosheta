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3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pPr rtl="1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rtl="1">
        <a:defRPr lang="en-US"/>
      </a:defPPr>
      <a:lvl1pPr marL="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4769968" y="566928"/>
            <a:ext cx="26517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889" y="786384"/>
            <a:ext cx="2041918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المنصة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شرح شامل لجميع مزايا حساب الطبيب بالصور وخطوات الاستخدام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566928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الدخول وتبديل اللغة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88920" y="621792"/>
            <a:ext cx="8092440" cy="3657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FB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صفحة دخول واحدة لجميع المستخدمين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9" name="Image 1" descr="C:\Users\vip\AppData\Local\Temp\claude\c--laragon-sites-rosheta\4f14eb57-1b9e-46a7-b7c1-3dd69573ec8b\scratchpad\shots\x01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1" name="Text 7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رابط دخول واحد لجميع المستخدمين، ويحدّد النظام نوع الحساب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تلقائياً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يمكنك ايضا من استعادة كلمة السر </a:t>
            </a: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و انشاء حساب جديد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صفحة الدخول.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أدخل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البريد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الإلكتروني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أو رقم الهات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وكلمة المرور.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«دخول» للانتقال إلى لوحة التحكم الخاصة بدورك.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 كنت عميلاً جديداً فاضغط «تسجيل حساب جديد».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ar-EG" sz="2000" dirty="0" smtClean="0">
                <a:solidFill>
                  <a:srgbClr val="D7D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يوجد منصتان للعمل للطبيب منصه لادارة العيادة اليومية و متابعة عدد الحالات اليوم او لايام تاليه و تسجيل بيانات الكشف مثل التحاليل و الاشعة و التاريخ المرضي 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لوحة تحكم الطبيب (منصة مستشفى-أون)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1_portal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يمكن من هذه الصفحة متابعة و تعديل مواعيد العيادات و أسعار الكشف و الاستشارة لكل عيادة </a:t>
            </a: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يمكن ايضا تحديث الملف الشخصي 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تفتح هذه اللوحة تلقائياً بعد تسجيل الدخول بحساب الطبيب.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مواعيد اليوم من الملخص.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بطاقة «مساحة العمل داخل العيادة» لبدء الكشف.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أدِر ملفك وعياداتك والتقويم من القائمة الجانبية.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/doctor/dashboard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الملف الشخصي للطبيب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2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يمكن من هذه الصفحة تحديث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بيانات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وتخصّصه وصورته، وهي ما يظهر للمرضى عند الحجز.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«الملف الشخصي».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البيانات والتخصّص والصورة.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التغييرات.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/doctor/profile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عياداتي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3_clin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عياداتك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المسجّلة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 ادراتها و تحديد مواعيد العمل و عدد المرضي الذين مكن استقبالهم و أسعار الكشف و الاستشارة و الاعمال الاخري إن وجد 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ar-EG" sz="1300" dirty="0" smtClean="0">
              <a:solidFill>
                <a:srgbClr val="1E293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يمكن ايضا اضافه بيانات عيادة جديدة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«عياداتي».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عيادة لإدارتها.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المواعيد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 الاسعار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والعنوان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يتم تحديده بالكتابة و 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/doctor/clinics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إضافة عيادة جديدة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4_clinic_cr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عيادة جديدة تصبح متاحة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للحجز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بعد  أخد الموافقة من ادارة المنصة 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«إضافة عيادة».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أدخل الاسم والعنوان ومواعيد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العمل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الاسعار 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البيانات لتظهر العيادة للمرضى.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/doctor/clinics/create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مواعيد المنصّة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5_appoint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حجوزات المرضى الواردة عبر المنصة وإدارتها.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«مواعيد المنصّة».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الكشوفات و الاستشارات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القادمة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أكّد الموعد أو أكمله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أو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قم بالغاء الموعد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/doctor/appointments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أيام العمل والإجازات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6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تحديد أيام العمل والإجازات على التقويم.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«التقويم».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على اليوم لتبديله بين «عمل» و«إجازة».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تُغلق أيام الإجازات أمام الحجز تلقائياً.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/doctor/calendar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إعدادات الحساب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7_ac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بيانات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الدخول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«إعدادات الحساب».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الاسم أو البريد الإلكتروني أو كلمة المرور.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التغييرات.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/user/profile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مساحة العمل داخل العيادة — لوحة الطبيب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8_practic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743373"/>
            <a:ext cx="6062472" cy="43588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مرضى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اليوم مع حالة كل مريض والمبلغ ونوع الزيارة.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شريط «المريض الجاري كشفه» وتقويم شهري.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أداة تبديل العيادة وروابط الإدارة والإعدادات والبث.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العيادة النشطة من أداة تبديل العيادة إن كان لديك أكثر من عيادة.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حالات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اليوم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وحالة كل مريض.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على اسم المريض لبدء الكشف، فتنتقل إلى شاشة الكشف.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استخدم التقويم للانتقال إلى يوم آخر.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الإدارة أو الإعدادات أو البث من الأزرار العلوية.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/practice/doctor/dashboard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كشف المريض (1) — البيانات والتشخيص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9_exam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247" y="1408176"/>
            <a:ext cx="303522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بيانات المريض والحساسية والأمراض المزمنة والمرفقات.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التشخيص وخطة العلاج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والملاحظات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ar-EG" sz="1300" dirty="0" smtClean="0">
              <a:solidFill>
                <a:srgbClr val="1E293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طباعة الروشتات و حفظها 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سجلّ الزيارات السابقة.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ملف المريض من الطابور لتظهر شاشة الكشف.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بيانات المريض والحساسية والأمراض المزمنة، وعدّلها ثم احفظها.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استعرض المرفقات وسجلّ الزيارات السابقة.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اكتب التشخيص وخطة العلاج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والملاحظات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ar-EG" sz="1300" dirty="0" smtClean="0">
              <a:solidFill>
                <a:srgbClr val="1E293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يمكن تعديل الحقول لتناسب التخصص و اسلوب العمل.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«حفظ التشخيص».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/practice/doctor/appointments/{id}/examine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كشف المريض (2) — الروشتة والطلبات والتحصيل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9_exam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247" y="1408176"/>
            <a:ext cx="303522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طلب التحاليل والأشعة وربط نتائجها بملف المريض.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إنشاء الروشتة وحفظها كخطة جاهزة.</a:t>
            </a:r>
            <a:endParaRPr lang="en-US" sz="1300" dirty="0"/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وتحصيل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المستحقّات من الشاشة نفسها.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أضف طلبات التحاليل أو الأشعة من قسم الطلبات.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«روشتة جديدة» أضف الأدوية محدّداً الجرعة والتكرار والمدة والتعليمات.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«حفظ كخطة» لإعادة استخدامها لاحقاً، أو حمّل خطة جاهزة.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سجّل قيم حقول الكشف المخصّصة.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«إنشاء الروشتة» وراجع «المطلوب تحصيله».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غيّر حالة الزيارة إلى «مكتملة» عند الانتهاء.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/practice/doctor/appointments/{id}/examine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إعدادات العيادة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0_clinic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" y="1408176"/>
            <a:ext cx="5364480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ضبط رسوم العيادة ومواعيد العمل من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داخل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إعدادات العيادة 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«إعدادات العيادة».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اضبط الرسوم ومواعيد العمل.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الإعدادات.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/practice/doctor/clinic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الإعدادات والقوالب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1_se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مركز القوالب الطبية لتسريع العمل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اليومي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ar-EG" sz="1300" dirty="0" smtClean="0">
              <a:solidFill>
                <a:srgbClr val="1E293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و الذي يمكن الطبيب من عمل روشتات ثابته يمكن الاستعانة بها للحلات المشابهة و المتكررة مع امكانيه التحديث لها ايضا طبقا للحالة .</a:t>
            </a: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cs typeface="Segoe UI" pitchFamily="34" charset="-120"/>
              </a:rPr>
              <a:t>يمكن انشاء حقول للكشف تناسب تخصصك و طريقة عملك 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«الإعدادات والقوالب».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الخطط العلاجية أو حقول الكشف.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أنشئ قالباً جديداً أو عدّل قالباً قائماً.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الخطط </a:t>
            </a:r>
            <a:r>
              <a:rPr lang="en-US" sz="23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العلاجية</a:t>
            </a: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300" b="1" dirty="0" err="1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الجاهزة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2_medical_pl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حفظ الروشتات المتكرّرة كقوالب جاهزة لإعادة استخدامها.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«الخطط العلاجية».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«إضافة خطة» وأدخل الأدوية.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الخطة.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حمّل الخطة بضغطة واحدة أثناء الكشف.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/practice/doctor/setup/medical-plans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حقول الكشف المخصّصة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3_exam_fiel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إنشاء حقول كشف خاصة بتخصّصك، مثل الضغط والسكر والوزن.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«حقول الكشف».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أضف حقلاً جديداً وحدّد اسمه ونوعه.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الحقل ليظهر في شاشة الكشف.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/practice/doctor/setup/examination-fields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الإدارة والتقارير المالية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4_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مركز التقارير المالية، وهو متاح </a:t>
            </a:r>
            <a:r>
              <a:rPr lang="en-US" sz="1300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للطبيب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وحده</a:t>
            </a:r>
            <a:endParaRPr lang="ar-EG" sz="1300" dirty="0" smtClean="0">
              <a:solidFill>
                <a:srgbClr val="1E293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ar-EG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يمكن الطبيب من متابعة التحصيلات و التأمينات و تقارير شركات التأمين</a:t>
            </a:r>
            <a:r>
              <a:rPr lang="en-US" sz="1300" dirty="0" smtClean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«الإدارة».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التقرير المطلوب من البطاقات.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التحصيلات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5_colle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عرض المبالغ المحصّلة خلال فترة محدّدة.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«التحصيلات».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حدّد الفترة الزمنية المطلوبة.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الإجمالي وتفاصيل كل عملية.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/practice/doctor/manager/collections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المرضى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6_patients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372" y="1408176"/>
            <a:ext cx="146897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شامل بجميع مرضى العيادة.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«تقرير المرضى».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استعرض القائمة أو ابحث عن مريض بعينه.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/practice/doctor/manager/patients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تحصيلات التأمين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7_insurance_colle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تسويات شركات التأمين ومتابعتها.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«تحصيلات التأمين».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سجّل تحصيلاً جديداً لشركة التأمين.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البيانات.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/practice/doctor/manager/insurance-collections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التأمين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ar-EG" sz="1250" b="1" dirty="0" smtClean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5400000" algn="bl" rotWithShape="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8_insurance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03200" indent="-203200" algn="r" rtl="1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ملخّص مالي لتعاملات التأمين.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«تقرير التأمين».</a:t>
            </a:r>
            <a:endParaRPr lang="en-US" sz="1300" dirty="0"/>
          </a:p>
          <a:p>
            <a:pPr marL="254000" indent="-254000" algn="r" rtl="1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الملخّص حسب الشركة أو الفترة الزمنية.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/practice/doctor/manager/insurance-report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ar-EG" sz="900" dirty="0" smtClean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123444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457" y="1417320"/>
            <a:ext cx="1518782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شكراً لكم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ctr" rtl="1">
              <a:buNone/>
            </a:pPr>
            <a:r>
              <a:rPr lang="en-US" sz="2000" dirty="0" err="1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منصة</a:t>
            </a: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dirty="0" err="1" smtClean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مستشفى-أون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1190</Words>
  <Application>Microsoft Office PowerPoint</Application>
  <PresentationFormat>Custom</PresentationFormat>
  <Paragraphs>272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Mostashfa-on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استخدام منصة مستشفى-أون — الطبيب</dc:title>
  <dc:subject>PptxGenJS Presentation</dc:subject>
  <dc:creator>Rosheta / Mostashfa-on</dc:creator>
  <cp:lastModifiedBy>NOUR LAP</cp:lastModifiedBy>
  <cp:revision>2</cp:revision>
  <dcterms:created xsi:type="dcterms:W3CDTF">2026-07-24T23:45:44Z</dcterms:created>
  <dcterms:modified xsi:type="dcterms:W3CDTF">2026-07-31T13:04:11Z</dcterms:modified>
</cp:coreProperties>
</file>