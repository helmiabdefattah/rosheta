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4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50"/>
  </p:sldIdLst>
  <p:notesMasterIdLst>
    <p:notesMasterId r:id="rId5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rtl="1" algn="l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rtl="1" algn="r">
              <a:defRPr sz="1200"/>
            </a:lvl1pPr>
          </a:lstStyle>
          <a:p>
            <a:pPr rtl="1"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rtl="1" lvl="0"/>
            <a:r>
              <a:rPr lang="en-US"/>
              <a:t>Click to edit Master text styles</a:t>
            </a:r>
          </a:p>
          <a:p>
            <a:pPr rtl="1" lvl="1"/>
            <a:r>
              <a:rPr lang="en-US"/>
              <a:t>Second level</a:t>
            </a:r>
          </a:p>
          <a:p>
            <a:pPr rtl="1" lvl="2"/>
            <a:r>
              <a:rPr lang="en-US"/>
              <a:t>Third level</a:t>
            </a:r>
          </a:p>
          <a:p>
            <a:pPr rtl="1" lvl="3"/>
            <a:r>
              <a:rPr lang="en-US"/>
              <a:t>Fourth level</a:t>
            </a:r>
          </a:p>
          <a:p>
            <a:pPr rtl="1"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rtl="1" algn="l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rtl="1" algn="r">
              <a:defRPr sz="1200"/>
            </a:lvl1pPr>
          </a:lstStyle>
          <a:p>
            <a:pPr rtl="1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rtl="1">
        <a:defRPr lang="en-US"/>
      </a:defPPr>
      <a:lvl1pPr marL="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Shape 2"/>
          <p:cNvSpPr/>
          <p:nvPr/>
        </p:nvSpPr>
        <p:spPr>
          <a:xfrm>
            <a:off x="4769968" y="566928"/>
            <a:ext cx="265176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/laragon/sites/rosheta/public/images/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889" y="786384"/>
            <a:ext cx="2041918" cy="2212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المنصة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7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شرح شامل لجميع مزايا حساب الطبيب بالصور وخطوات الاستخدام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566928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تسجيل الدخول وتبديل اللغة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88920" y="621792"/>
            <a:ext cx="8092440" cy="3657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B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صفحة دخول واحدة لجميع المستخدمين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9" name="Image 1" descr="C:\Users\vip\AppData\Local\Temp\claude\c--laragon-sites-rosheta\4f14eb57-1b9e-46a7-b7c1-3dd69573ec8b\scratchpad\shots\x01_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1" name="Text 7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رابط دخول واحد لجميع المستخدمين، ويحدّد النظام نوع الحساب تلقائياً.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زر تبديل اللغة (عربي/English) متاح في جميع الصفحات، والواجهة تدعم العربية بالكامل من اليمين إلى اليسار.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4" name="Text 10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صفحة الدخول.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أدخل البريد الإلكتروني وكلمة المرور.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«دخول» للانتقال إلى لوحة التحكم الخاصة بدورك.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إن كنت عميلاً جديداً فاضغط «تسجيل حساب جديد».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D7D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منطقتان: منصّة الحجز (/doctor) ومساحة العمل داخل العيادة (/practice)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لوحة تحكم الطبيب (منصة مستشفى-أون)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1_portal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ملخص مواعيد اليوم وعدد العيادات.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بطاقة الدخول إلى «مساحة العمل داخل العيادة».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تفتح هذه اللوحة تلقائياً بعد تسجيل الدخول بحساب الطبيب.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مواعيد اليوم من الملخص.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بطاقة «مساحة العمل داخل العيادة» لبدء الكشف.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أدِر ملفك وعياداتك والتقويم من القائمة الجانبية.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/doctor/dashboard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الملف الشخصي للطبيب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2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بيانات الطبيب وتخصّصه وصورته، وهي ما يظهر للمرضى عند الحجز.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«الملف الشخصي».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عدّل البيانات والتخصّص والصورة.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التغييرات.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/doctor/profile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عياداتي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3_clin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استعراض عياداتك المسجّلة وإدارتها.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«عياداتي».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اختر عيادة لإدارتها.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عدّل المواعيد والرسوم والعنوان.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/doctor/clinics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إضافة عيادة جديدة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4_clinic_cre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تسجيل عيادة جديدة تصبح متاحة للحجز فور حفظها.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«إضافة عيادة».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أدخل الاسم والعنوان ومواعيد العمل والرسوم.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البيانات لتظهر العيادة للمرضى.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/doctor/clinics/create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مواعيد المنصّة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5_appoint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استعراض حجوزات المرضى الواردة عبر المنصة وإدارتها.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«مواعيد المنصّة».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الحجوزات القادمة.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أكّد الموعد أو أكمله أو ألغِه.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/doctor/appointments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أيام العمل والإجازات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6_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تحديد أيام العمل والإجازات على التقويم.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«التقويم».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على اليوم لتبديله بين «عمل» و«إجازة».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تُغلق أيام الإجازات أمام الحجز تلقائياً.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/doctor/calendar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إعدادات الحساب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المنصة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7_accou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إدارة بيانات الدخول المشتركة للطاقم.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«إعدادات الحساب».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عدّل الاسم أو البريد الإلكتروني أو كلمة المرور.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التغييرات.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/user/profile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مساحة العمل داخل العيادة — لوحة الطبيب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8_practice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743373"/>
            <a:ext cx="6062472" cy="435880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طابور مرضى اليوم مع حالة كل مريض والمبلغ ونوع الزيارة.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شريط «المريض الجاري كشفه» وتقويم شهري.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أداة تبديل العيادة وروابط الإدارة والإعدادات والبث.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اختر العيادة النشطة من أداة تبديل العيادة إن كان لديك أكثر من عيادة.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طابور اليوم وحالة كل مريض.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على اسم المريض لبدء الكشف، فتنتقل إلى شاشة الكشف.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استخدم التقويم للانتقال إلى يوم آخر.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الإدارة أو الإعدادات أو البث من الأزرار العلوية.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/practice/doctor/dashboard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شاشة كشف المريض (1) — البيانات والتشخيص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9_exam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247" y="1408176"/>
            <a:ext cx="3035225" cy="5029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بيانات المريض والحساسية والأمراض المزمنة والمرفقات.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تسجيل التشخيص وخطة العلاج والملاحظات.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استعراض سجلّ الزيارات السابقة.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ملف المريض من الطابور لتظهر شاشة الكشف.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بيانات المريض والحساسية والأمراض المزمنة، وعدّلها ثم احفظها.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استعرض المرفقات وسجلّ الزيارات السابقة.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اكتب التشخيص وخطة العلاج والملاحظات.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«حفظ التشخيص».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/practice/doctor/appointments/{id}/examine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شاشة كشف المريض (2) — الروشتة والطلبات والتحصيل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09_exam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247" y="1408176"/>
            <a:ext cx="3035225" cy="5029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طلب التحاليل والأشعة وربط نتائجها بملف المريض.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إنشاء الروشتة وحفظها كخطة جاهزة.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حقول كشف مخصّصة وتحصيل المستحقّات من الشاشة نفسها.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أضف طلبات التحاليل أو الأشعة من قسم الطلبات.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 «روشتة جديدة» أضف الأدوية محدّداً الجرعة والتكرار والمدة والتعليمات.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«حفظ كخطة» لإعادة استخدامها لاحقاً، أو حمّل خطة جاهزة.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سجّل قيم حقول الكشف المخصّصة.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«إنشاء الروشتة» وراجع «المطلوب تحصيله».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غيّر حالة الزيارة إلى «مكتملة» عند الانتهاء.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/practice/doctor/appointments/{id}/examine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إعدادات العيادة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0_clinic_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" y="1408176"/>
            <a:ext cx="5364480" cy="5029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ضبط رسوم العيادة ومواعيد العمل من داخل مساحة العمل.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«إعدادات العيادة».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اضبط الرسوم ومواعيد العمل.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الإعدادات.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/practice/doctor/clinic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الإعدادات والقوالب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1_se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مركز القوالب الطبية لتسريع العمل اليومي.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«الإعدادات والقوالب».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اختر الخطط العلاجية أو حقول الكشف.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أنشئ قالباً جديداً أو عدّل قالباً قائماً.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/practice/doctor/setup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الخطط العلاجية الجاهزة (قوالب الروشتة)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2_medical_pl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حفظ الروشتات المتكرّرة كقوالب جاهزة لإعادة استخدامها.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«الخطط العلاجية».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«إضافة خطة» وأدخل الأدوية.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الخطة.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حمّل الخطة بضغطة واحدة أثناء الكشف.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/practice/doctor/setup/medical-plans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حقول الكشف المخصّصة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3_exam_fiel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إنشاء حقول كشف خاصة بتخصّصك، مثل الضغط والسكر والوزن.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«حقول الكشف».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أضف حقلاً جديداً وحدّد اسمه ونوعه.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الحقل ليظهر في شاشة الكشف.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/practice/doctor/setup/examination-fields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الإدارة والتقارير المالية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4_mana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مركز التقارير المالية، وهو متاح للطبيب وحده.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«الإدارة».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اختر التقرير المطلوب من البطاقات.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/practice/doctor/manager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تقرير التحصيلات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5_colle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عرض المبالغ المحصّلة خلال فترة محدّدة.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«التحصيلات».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حدّد الفترة الزمنية المطلوبة.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الإجمالي وتفاصيل كل عملية.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/practice/doctor/manager/collections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تقرير المرضى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6_patients_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372" y="1408176"/>
            <a:ext cx="1468975" cy="5029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تقرير شامل بجميع مرضى العيادة.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«تقرير المرضى».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استعرض القائمة أو ابحث عن مريض بعينه.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/practice/doctor/manager/patients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تحصيلات التأمين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7_insurance_colle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تسجيل تسويات شركات التأمين ومتابعتها.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«تحصيلات التأمين».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سجّل تحصيلاً جديداً لشركة التأمين.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احفظ البيانات.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/practice/doctor/manager/insurance-collections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تقرير التأمين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0B7C6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الطبيب · العيادة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d18_insurance_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ملخّص مالي لتعاملات التأمين.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«تقرير التأمين».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الملخّص حسب الشركة أو الفترة الزمنية.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/practice/doctor/manager/insurance-report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Shape 2"/>
          <p:cNvSpPr/>
          <p:nvPr/>
        </p:nvSpPr>
        <p:spPr>
          <a:xfrm>
            <a:off x="5090008" y="123444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/laragon/sites/rosheta/public/images/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6457" y="1417320"/>
            <a:ext cx="1518782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شكراً لكم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7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منصة مستشفى-أون (روشتة) — دليل الاستخدام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Mostashfa-on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دليل استخدام منصة مستشفى-أون — الطبيب</dc:title>
  <dc:subject>PptxGenJS Presentation</dc:subject>
  <dc:creator>Rosheta / Mostashfa-on</dc:creator>
  <cp:lastModifiedBy>Rosheta / Mostashfa-on</cp:lastModifiedBy>
  <cp:revision>1</cp:revision>
  <dcterms:created xsi:type="dcterms:W3CDTF">2026-07-24T23:45:44Z</dcterms:created>
  <dcterms:modified xsi:type="dcterms:W3CDTF">2026-07-24T23:45:44Z</dcterms:modified>
</cp:coreProperties>
</file>